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147483634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574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11502-686F-B341-8D0B-71F37970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85E22-B17C-5E60-4202-2DB277F7F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A6F84-3CBD-57F9-D3EA-741FD585E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C3B97-E87D-DAD0-1C9C-FCE8EF37B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51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–Photo1"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EE24B7-4D0B-6C1D-1277-748BED9FA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560" r="22917" b="14602"/>
          <a:stretch>
            <a:fillRect/>
          </a:stretch>
        </p:blipFill>
        <p:spPr>
          <a:xfrm>
            <a:off x="0" y="1"/>
            <a:ext cx="12192000" cy="5924649"/>
          </a:xfrm>
          <a:custGeom>
            <a:avLst/>
            <a:gdLst>
              <a:gd name="connsiteX0" fmla="*/ 0 w 12192000"/>
              <a:gd name="connsiteY0" fmla="*/ 0 h 5924649"/>
              <a:gd name="connsiteX1" fmla="*/ 12192000 w 12192000"/>
              <a:gd name="connsiteY1" fmla="*/ 0 h 5924649"/>
              <a:gd name="connsiteX2" fmla="*/ 12192000 w 12192000"/>
              <a:gd name="connsiteY2" fmla="*/ 1713992 h 5924649"/>
              <a:gd name="connsiteX3" fmla="*/ 10869168 w 12192000"/>
              <a:gd name="connsiteY3" fmla="*/ 3639503 h 5924649"/>
              <a:gd name="connsiteX4" fmla="*/ 5355337 w 12192000"/>
              <a:gd name="connsiteY4" fmla="*/ 5814251 h 5924649"/>
              <a:gd name="connsiteX5" fmla="*/ 0 w 12192000"/>
              <a:gd name="connsiteY5" fmla="*/ 5211699 h 592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5924649">
                <a:moveTo>
                  <a:pt x="0" y="0"/>
                </a:moveTo>
                <a:lnTo>
                  <a:pt x="12192000" y="0"/>
                </a:lnTo>
                <a:lnTo>
                  <a:pt x="12192000" y="1713992"/>
                </a:lnTo>
                <a:cubicBezTo>
                  <a:pt x="12192000" y="1713992"/>
                  <a:pt x="10869168" y="3639503"/>
                  <a:pt x="10869168" y="3639503"/>
                </a:cubicBezTo>
                <a:cubicBezTo>
                  <a:pt x="10869168" y="3639503"/>
                  <a:pt x="9043797" y="5185220"/>
                  <a:pt x="5355337" y="5814251"/>
                </a:cubicBezTo>
                <a:cubicBezTo>
                  <a:pt x="5355337" y="5814251"/>
                  <a:pt x="2619756" y="6306630"/>
                  <a:pt x="0" y="5211699"/>
                </a:cubicBezTo>
                <a:close/>
              </a:path>
            </a:pathLst>
          </a:cu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683A171-2C36-F791-D497-B77030CAD566}"/>
              </a:ext>
            </a:extLst>
          </p:cNvPr>
          <p:cNvSpPr/>
          <p:nvPr userDrawn="1"/>
        </p:nvSpPr>
        <p:spPr>
          <a:xfrm>
            <a:off x="0" y="0"/>
            <a:ext cx="12192000" cy="5924648"/>
          </a:xfrm>
          <a:custGeom>
            <a:avLst/>
            <a:gdLst>
              <a:gd name="connsiteX0" fmla="*/ 0 w 12192000"/>
              <a:gd name="connsiteY0" fmla="*/ 0 h 5924648"/>
              <a:gd name="connsiteX1" fmla="*/ 12192000 w 12192000"/>
              <a:gd name="connsiteY1" fmla="*/ 0 h 5924648"/>
              <a:gd name="connsiteX2" fmla="*/ 12192000 w 12192000"/>
              <a:gd name="connsiteY2" fmla="*/ 1713992 h 5924648"/>
              <a:gd name="connsiteX3" fmla="*/ 10869168 w 12192000"/>
              <a:gd name="connsiteY3" fmla="*/ 3639503 h 5924648"/>
              <a:gd name="connsiteX4" fmla="*/ 5355336 w 12192000"/>
              <a:gd name="connsiteY4" fmla="*/ 5814251 h 5924648"/>
              <a:gd name="connsiteX5" fmla="*/ 0 w 12192000"/>
              <a:gd name="connsiteY5" fmla="*/ 5211699 h 5924648"/>
              <a:gd name="connsiteX6" fmla="*/ 0 w 12192000"/>
              <a:gd name="connsiteY6" fmla="*/ 0 h 5924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924648">
                <a:moveTo>
                  <a:pt x="0" y="0"/>
                </a:moveTo>
                <a:lnTo>
                  <a:pt x="12192000" y="0"/>
                </a:lnTo>
                <a:lnTo>
                  <a:pt x="12192000" y="1713992"/>
                </a:lnTo>
                <a:cubicBezTo>
                  <a:pt x="12192000" y="1713992"/>
                  <a:pt x="10869168" y="3639503"/>
                  <a:pt x="10869168" y="3639503"/>
                </a:cubicBezTo>
                <a:cubicBezTo>
                  <a:pt x="10869168" y="3639503"/>
                  <a:pt x="9043797" y="5185220"/>
                  <a:pt x="5355336" y="5814251"/>
                </a:cubicBezTo>
                <a:cubicBezTo>
                  <a:pt x="5355336" y="5814251"/>
                  <a:pt x="2619756" y="6306630"/>
                  <a:pt x="0" y="521169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7000">
                <a:schemeClr val="accent1">
                  <a:alpha val="0"/>
                </a:schemeClr>
              </a:gs>
              <a:gs pos="16000">
                <a:schemeClr val="accent2">
                  <a:lumMod val="43930"/>
                </a:schemeClr>
              </a:gs>
            </a:gsLst>
            <a:lin ang="2700000" scaled="1"/>
            <a:tileRect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CD33DB-0D27-5614-1288-EFA4EFA91911}"/>
              </a:ext>
            </a:extLst>
          </p:cNvPr>
          <p:cNvSpPr/>
          <p:nvPr userDrawn="1"/>
        </p:nvSpPr>
        <p:spPr>
          <a:xfrm>
            <a:off x="1" y="5381117"/>
            <a:ext cx="6964108" cy="1476819"/>
          </a:xfrm>
          <a:custGeom>
            <a:avLst/>
            <a:gdLst>
              <a:gd name="connsiteX0" fmla="*/ 0 w 6964108"/>
              <a:gd name="connsiteY0" fmla="*/ 64 h 1476819"/>
              <a:gd name="connsiteX1" fmla="*/ 2918270 w 6964108"/>
              <a:gd name="connsiteY1" fmla="*/ 1061403 h 1476819"/>
              <a:gd name="connsiteX2" fmla="*/ 6964109 w 6964108"/>
              <a:gd name="connsiteY2" fmla="*/ 1224661 h 1476819"/>
              <a:gd name="connsiteX3" fmla="*/ 6165850 w 6964108"/>
              <a:gd name="connsiteY3" fmla="*/ 1476820 h 1476819"/>
              <a:gd name="connsiteX4" fmla="*/ 0 w 6964108"/>
              <a:gd name="connsiteY4" fmla="*/ 1476820 h 1476819"/>
              <a:gd name="connsiteX5" fmla="*/ 0 w 6964108"/>
              <a:gd name="connsiteY5" fmla="*/ 0 h 147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64108" h="1476819">
                <a:moveTo>
                  <a:pt x="0" y="64"/>
                </a:moveTo>
                <a:cubicBezTo>
                  <a:pt x="0" y="64"/>
                  <a:pt x="1258189" y="752983"/>
                  <a:pt x="2918270" y="1061403"/>
                </a:cubicBezTo>
                <a:cubicBezTo>
                  <a:pt x="4578350" y="1369822"/>
                  <a:pt x="6964109" y="1224661"/>
                  <a:pt x="6964109" y="1224661"/>
                </a:cubicBezTo>
                <a:lnTo>
                  <a:pt x="6165850" y="1476820"/>
                </a:lnTo>
                <a:lnTo>
                  <a:pt x="0" y="1476820"/>
                </a:lnTo>
                <a:cubicBezTo>
                  <a:pt x="0" y="147682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CEA2BDE-1BA7-C5C7-C9D8-F7E9704E4B95}"/>
              </a:ext>
            </a:extLst>
          </p:cNvPr>
          <p:cNvSpPr/>
          <p:nvPr userDrawn="1"/>
        </p:nvSpPr>
        <p:spPr>
          <a:xfrm>
            <a:off x="6165850" y="5562600"/>
            <a:ext cx="6026151" cy="1295400"/>
          </a:xfrm>
          <a:custGeom>
            <a:avLst/>
            <a:gdLst>
              <a:gd name="connsiteX0" fmla="*/ 6026150 w 6026150"/>
              <a:gd name="connsiteY0" fmla="*/ 0 h 1295400"/>
              <a:gd name="connsiteX1" fmla="*/ 6026150 w 6026150"/>
              <a:gd name="connsiteY1" fmla="*/ 1295400 h 1295400"/>
              <a:gd name="connsiteX2" fmla="*/ 0 w 6026150"/>
              <a:gd name="connsiteY2" fmla="*/ 1295400 h 1295400"/>
              <a:gd name="connsiteX3" fmla="*/ 798258 w 6026150"/>
              <a:gd name="connsiteY3" fmla="*/ 1043242 h 1295400"/>
              <a:gd name="connsiteX4" fmla="*/ 6026150 w 6026150"/>
              <a:gd name="connsiteY4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26150" h="1295400">
                <a:moveTo>
                  <a:pt x="6026150" y="0"/>
                </a:moveTo>
                <a:lnTo>
                  <a:pt x="6026150" y="1295400"/>
                </a:lnTo>
                <a:lnTo>
                  <a:pt x="0" y="1295400"/>
                </a:lnTo>
                <a:cubicBezTo>
                  <a:pt x="0" y="1295400"/>
                  <a:pt x="798258" y="1043242"/>
                  <a:pt x="798258" y="1043242"/>
                </a:cubicBezTo>
                <a:cubicBezTo>
                  <a:pt x="798258" y="1043242"/>
                  <a:pt x="3093339" y="979742"/>
                  <a:pt x="6026150" y="0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A11DAAA-F2A9-D5B5-60CA-0A2936C3828C}"/>
              </a:ext>
            </a:extLst>
          </p:cNvPr>
          <p:cNvSpPr/>
          <p:nvPr userDrawn="1"/>
        </p:nvSpPr>
        <p:spPr>
          <a:xfrm>
            <a:off x="10937432" y="1779778"/>
            <a:ext cx="1254569" cy="1859661"/>
          </a:xfrm>
          <a:custGeom>
            <a:avLst/>
            <a:gdLst>
              <a:gd name="connsiteX0" fmla="*/ 1254569 w 1254569"/>
              <a:gd name="connsiteY0" fmla="*/ 64 h 1859661"/>
              <a:gd name="connsiteX1" fmla="*/ 1254569 w 1254569"/>
              <a:gd name="connsiteY1" fmla="*/ 997902 h 1859661"/>
              <a:gd name="connsiteX2" fmla="*/ 0 w 1254569"/>
              <a:gd name="connsiteY2" fmla="*/ 1859661 h 1859661"/>
              <a:gd name="connsiteX3" fmla="*/ 1254569 w 1254569"/>
              <a:gd name="connsiteY3" fmla="*/ 0 h 1859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4569" h="1859661">
                <a:moveTo>
                  <a:pt x="1254569" y="64"/>
                </a:moveTo>
                <a:lnTo>
                  <a:pt x="1254569" y="997902"/>
                </a:lnTo>
                <a:lnTo>
                  <a:pt x="0" y="1859661"/>
                </a:lnTo>
                <a:cubicBezTo>
                  <a:pt x="0" y="1859661"/>
                  <a:pt x="885380" y="625920"/>
                  <a:pt x="1254569" y="0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A53B90-453D-F47A-DA5E-6AAD0A47887F}"/>
              </a:ext>
            </a:extLst>
          </p:cNvPr>
          <p:cNvSpPr/>
          <p:nvPr userDrawn="1"/>
        </p:nvSpPr>
        <p:spPr>
          <a:xfrm>
            <a:off x="7163690" y="2823083"/>
            <a:ext cx="5028311" cy="3692080"/>
          </a:xfrm>
          <a:custGeom>
            <a:avLst/>
            <a:gdLst>
              <a:gd name="connsiteX0" fmla="*/ 0 w 5028310"/>
              <a:gd name="connsiteY0" fmla="*/ 3692017 h 3692080"/>
              <a:gd name="connsiteX1" fmla="*/ 3546919 w 5028310"/>
              <a:gd name="connsiteY1" fmla="*/ 1052259 h 3692080"/>
              <a:gd name="connsiteX2" fmla="*/ 5028311 w 5028310"/>
              <a:gd name="connsiteY2" fmla="*/ 0 h 3692080"/>
              <a:gd name="connsiteX3" fmla="*/ 5028311 w 5028310"/>
              <a:gd name="connsiteY3" fmla="*/ 2676081 h 3692080"/>
              <a:gd name="connsiteX4" fmla="*/ 0 w 5028310"/>
              <a:gd name="connsiteY4" fmla="*/ 3692081 h 369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8310" h="3692080">
                <a:moveTo>
                  <a:pt x="0" y="3692017"/>
                </a:moveTo>
                <a:cubicBezTo>
                  <a:pt x="0" y="3692017"/>
                  <a:pt x="2015236" y="2816416"/>
                  <a:pt x="3546919" y="1052259"/>
                </a:cubicBezTo>
                <a:lnTo>
                  <a:pt x="5028311" y="0"/>
                </a:lnTo>
                <a:lnTo>
                  <a:pt x="5028311" y="2676081"/>
                </a:lnTo>
                <a:cubicBezTo>
                  <a:pt x="5028311" y="2676081"/>
                  <a:pt x="1741742" y="3655822"/>
                  <a:pt x="0" y="3692081"/>
                </a:cubicBezTo>
                <a:close/>
              </a:path>
            </a:pathLst>
          </a:custGeom>
          <a:solidFill>
            <a:srgbClr val="2F78C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0ED4B12-3400-84AB-288A-F3CD9B136893}"/>
              </a:ext>
            </a:extLst>
          </p:cNvPr>
          <p:cNvSpPr/>
          <p:nvPr userDrawn="1"/>
        </p:nvSpPr>
        <p:spPr>
          <a:xfrm>
            <a:off x="6351" y="3868929"/>
            <a:ext cx="10710608" cy="2703123"/>
          </a:xfrm>
          <a:custGeom>
            <a:avLst/>
            <a:gdLst>
              <a:gd name="connsiteX0" fmla="*/ 0 w 10710608"/>
              <a:gd name="connsiteY0" fmla="*/ 1424241 h 2703123"/>
              <a:gd name="connsiteX1" fmla="*/ 5068189 w 10710608"/>
              <a:gd name="connsiteY1" fmla="*/ 2041081 h 2703123"/>
              <a:gd name="connsiteX2" fmla="*/ 10710608 w 10710608"/>
              <a:gd name="connsiteY2" fmla="*/ 0 h 2703123"/>
              <a:gd name="connsiteX3" fmla="*/ 7163689 w 10710608"/>
              <a:gd name="connsiteY3" fmla="*/ 2639758 h 2703123"/>
              <a:gd name="connsiteX4" fmla="*/ 3377375 w 10710608"/>
              <a:gd name="connsiteY4" fmla="*/ 2563813 h 2703123"/>
              <a:gd name="connsiteX5" fmla="*/ 0 w 10710608"/>
              <a:gd name="connsiteY5" fmla="*/ 1424178 h 2703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10608" h="2703123">
                <a:moveTo>
                  <a:pt x="0" y="1424241"/>
                </a:moveTo>
                <a:cubicBezTo>
                  <a:pt x="0" y="1424241"/>
                  <a:pt x="2609850" y="2476500"/>
                  <a:pt x="5068189" y="2041081"/>
                </a:cubicBezTo>
                <a:cubicBezTo>
                  <a:pt x="5068189" y="2041081"/>
                  <a:pt x="8297609" y="1732661"/>
                  <a:pt x="10710608" y="0"/>
                </a:cubicBezTo>
                <a:cubicBezTo>
                  <a:pt x="10710608" y="0"/>
                  <a:pt x="9277350" y="1841500"/>
                  <a:pt x="7163689" y="2639758"/>
                </a:cubicBezTo>
                <a:cubicBezTo>
                  <a:pt x="7163689" y="2639758"/>
                  <a:pt x="5251704" y="2824163"/>
                  <a:pt x="3377375" y="2563813"/>
                </a:cubicBezTo>
                <a:cubicBezTo>
                  <a:pt x="2210372" y="2401761"/>
                  <a:pt x="1030224" y="2033778"/>
                  <a:pt x="0" y="1424178"/>
                </a:cubicBezTo>
                <a:close/>
              </a:path>
            </a:pathLst>
          </a:custGeom>
          <a:solidFill>
            <a:srgbClr val="3181E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FC0322-1AAF-6511-F92F-1337427BE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7" y="-5676918"/>
            <a:ext cx="4431952" cy="17007840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DFD8D08-1F99-EF94-46A1-D9ABF5E7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4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C9965084-913A-E275-9051-848208797B8C}"/>
              </a:ext>
            </a:extLst>
          </p:cNvPr>
          <p:cNvSpPr/>
          <p:nvPr userDrawn="1"/>
        </p:nvSpPr>
        <p:spPr>
          <a:xfrm>
            <a:off x="-6350" y="388846"/>
            <a:ext cx="4923868" cy="621527"/>
          </a:xfrm>
          <a:custGeom>
            <a:avLst/>
            <a:gdLst>
              <a:gd name="connsiteX0" fmla="*/ 0 w 11265407"/>
              <a:gd name="connsiteY0" fmla="*/ 0 h 228602"/>
              <a:gd name="connsiteX1" fmla="*/ 11265407 w 11265407"/>
              <a:gd name="connsiteY1" fmla="*/ 0 h 228602"/>
              <a:gd name="connsiteX2" fmla="*/ 11265407 w 11265407"/>
              <a:gd name="connsiteY2" fmla="*/ 228602 h 228602"/>
              <a:gd name="connsiteX3" fmla="*/ 0 w 11265407"/>
              <a:gd name="connsiteY3" fmla="*/ 228602 h 228602"/>
              <a:gd name="connsiteX4" fmla="*/ 0 w 11265407"/>
              <a:gd name="connsiteY4" fmla="*/ 0 h 228602"/>
              <a:gd name="connsiteX0" fmla="*/ 0 w 11265407"/>
              <a:gd name="connsiteY0" fmla="*/ 0 h 228602"/>
              <a:gd name="connsiteX1" fmla="*/ 11265407 w 11265407"/>
              <a:gd name="connsiteY1" fmla="*/ 0 h 228602"/>
              <a:gd name="connsiteX2" fmla="*/ 11120627 w 11265407"/>
              <a:gd name="connsiteY2" fmla="*/ 220982 h 228602"/>
              <a:gd name="connsiteX3" fmla="*/ 0 w 11265407"/>
              <a:gd name="connsiteY3" fmla="*/ 228602 h 228602"/>
              <a:gd name="connsiteX4" fmla="*/ 0 w 11265407"/>
              <a:gd name="connsiteY4" fmla="*/ 0 h 228602"/>
              <a:gd name="connsiteX0" fmla="*/ 0 w 12334171"/>
              <a:gd name="connsiteY0" fmla="*/ 0 h 228602"/>
              <a:gd name="connsiteX1" fmla="*/ 12334171 w 12334171"/>
              <a:gd name="connsiteY1" fmla="*/ 6934 h 228602"/>
              <a:gd name="connsiteX2" fmla="*/ 11120627 w 12334171"/>
              <a:gd name="connsiteY2" fmla="*/ 220982 h 228602"/>
              <a:gd name="connsiteX3" fmla="*/ 0 w 12334171"/>
              <a:gd name="connsiteY3" fmla="*/ 228602 h 228602"/>
              <a:gd name="connsiteX4" fmla="*/ 0 w 12334171"/>
              <a:gd name="connsiteY4" fmla="*/ 0 h 228602"/>
              <a:gd name="connsiteX0" fmla="*/ 0 w 12405421"/>
              <a:gd name="connsiteY0" fmla="*/ 1 h 228603"/>
              <a:gd name="connsiteX1" fmla="*/ 12405421 w 12405421"/>
              <a:gd name="connsiteY1" fmla="*/ 0 h 228603"/>
              <a:gd name="connsiteX2" fmla="*/ 11120627 w 12405421"/>
              <a:gd name="connsiteY2" fmla="*/ 220983 h 228603"/>
              <a:gd name="connsiteX3" fmla="*/ 0 w 12405421"/>
              <a:gd name="connsiteY3" fmla="*/ 228603 h 228603"/>
              <a:gd name="connsiteX4" fmla="*/ 0 w 12405421"/>
              <a:gd name="connsiteY4" fmla="*/ 1 h 228603"/>
              <a:gd name="connsiteX0" fmla="*/ 0 w 12405421"/>
              <a:gd name="connsiteY0" fmla="*/ 1 h 228603"/>
              <a:gd name="connsiteX1" fmla="*/ 12405421 w 12405421"/>
              <a:gd name="connsiteY1" fmla="*/ 0 h 228603"/>
              <a:gd name="connsiteX2" fmla="*/ 11049374 w 12405421"/>
              <a:gd name="connsiteY2" fmla="*/ 217516 h 228603"/>
              <a:gd name="connsiteX3" fmla="*/ 0 w 12405421"/>
              <a:gd name="connsiteY3" fmla="*/ 228603 h 228603"/>
              <a:gd name="connsiteX4" fmla="*/ 0 w 12405421"/>
              <a:gd name="connsiteY4" fmla="*/ 1 h 228603"/>
              <a:gd name="connsiteX0" fmla="*/ 0 w 12405421"/>
              <a:gd name="connsiteY0" fmla="*/ 1 h 228603"/>
              <a:gd name="connsiteX1" fmla="*/ 12405421 w 12405421"/>
              <a:gd name="connsiteY1" fmla="*/ 0 h 228603"/>
              <a:gd name="connsiteX2" fmla="*/ 11001875 w 12405421"/>
              <a:gd name="connsiteY2" fmla="*/ 224451 h 228603"/>
              <a:gd name="connsiteX3" fmla="*/ 0 w 12405421"/>
              <a:gd name="connsiteY3" fmla="*/ 228603 h 228603"/>
              <a:gd name="connsiteX4" fmla="*/ 0 w 12405421"/>
              <a:gd name="connsiteY4" fmla="*/ 1 h 22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05421" h="228603">
                <a:moveTo>
                  <a:pt x="0" y="1"/>
                </a:moveTo>
                <a:lnTo>
                  <a:pt x="12405421" y="0"/>
                </a:lnTo>
                <a:lnTo>
                  <a:pt x="11001875" y="224451"/>
                </a:lnTo>
                <a:lnTo>
                  <a:pt x="0" y="228603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 w="762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BABC6D6-5C83-2C49-444E-91FCED53F4E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6058" y="388879"/>
            <a:ext cx="2071533" cy="621459"/>
          </a:xfrm>
          <a:prstGeom prst="rect">
            <a:avLst/>
          </a:prstGeom>
        </p:spPr>
      </p:pic>
      <p:pic>
        <p:nvPicPr>
          <p:cNvPr id="9" name="Graphic 1">
            <a:extLst>
              <a:ext uri="{FF2B5EF4-FFF2-40B4-BE49-F238E27FC236}">
                <a16:creationId xmlns:a16="http://schemas.microsoft.com/office/drawing/2014/main" id="{DCA0768D-FA99-72B1-0A00-62B552647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1474" y="306846"/>
            <a:ext cx="1340631" cy="785525"/>
          </a:xfrm>
          <a:custGeom>
            <a:avLst/>
            <a:gdLst>
              <a:gd name="connsiteX0" fmla="*/ 0 w 1493727"/>
              <a:gd name="connsiteY0" fmla="*/ 0 h 875230"/>
              <a:gd name="connsiteX1" fmla="*/ 1493727 w 1493727"/>
              <a:gd name="connsiteY1" fmla="*/ 0 h 875230"/>
              <a:gd name="connsiteX2" fmla="*/ 1493727 w 1493727"/>
              <a:gd name="connsiteY2" fmla="*/ 875230 h 875230"/>
              <a:gd name="connsiteX3" fmla="*/ 0 w 1493727"/>
              <a:gd name="connsiteY3" fmla="*/ 875230 h 875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727" h="875230">
                <a:moveTo>
                  <a:pt x="0" y="0"/>
                </a:moveTo>
                <a:lnTo>
                  <a:pt x="1493727" y="0"/>
                </a:lnTo>
                <a:lnTo>
                  <a:pt x="1493727" y="875230"/>
                </a:lnTo>
                <a:lnTo>
                  <a:pt x="0" y="875230"/>
                </a:lnTo>
                <a:close/>
              </a:path>
            </a:pathLst>
          </a:cu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68755EB1-F14A-1019-FA4D-41783C4D8DDA}"/>
              </a:ext>
            </a:extLst>
          </p:cNvPr>
          <p:cNvSpPr/>
          <p:nvPr userDrawn="1"/>
        </p:nvSpPr>
        <p:spPr>
          <a:xfrm>
            <a:off x="4398765" y="384133"/>
            <a:ext cx="832635" cy="630953"/>
          </a:xfrm>
          <a:custGeom>
            <a:avLst/>
            <a:gdLst>
              <a:gd name="connsiteX0" fmla="*/ 0 w 11265407"/>
              <a:gd name="connsiteY0" fmla="*/ 0 h 228602"/>
              <a:gd name="connsiteX1" fmla="*/ 11265407 w 11265407"/>
              <a:gd name="connsiteY1" fmla="*/ 0 h 228602"/>
              <a:gd name="connsiteX2" fmla="*/ 11265407 w 11265407"/>
              <a:gd name="connsiteY2" fmla="*/ 228602 h 228602"/>
              <a:gd name="connsiteX3" fmla="*/ 0 w 11265407"/>
              <a:gd name="connsiteY3" fmla="*/ 228602 h 228602"/>
              <a:gd name="connsiteX4" fmla="*/ 0 w 11265407"/>
              <a:gd name="connsiteY4" fmla="*/ 0 h 228602"/>
              <a:gd name="connsiteX0" fmla="*/ 0 w 11265407"/>
              <a:gd name="connsiteY0" fmla="*/ 0 h 228602"/>
              <a:gd name="connsiteX1" fmla="*/ 11265407 w 11265407"/>
              <a:gd name="connsiteY1" fmla="*/ 0 h 228602"/>
              <a:gd name="connsiteX2" fmla="*/ 11120627 w 11265407"/>
              <a:gd name="connsiteY2" fmla="*/ 220982 h 228602"/>
              <a:gd name="connsiteX3" fmla="*/ 0 w 11265407"/>
              <a:gd name="connsiteY3" fmla="*/ 228602 h 228602"/>
              <a:gd name="connsiteX4" fmla="*/ 0 w 11265407"/>
              <a:gd name="connsiteY4" fmla="*/ 0 h 228602"/>
              <a:gd name="connsiteX0" fmla="*/ 0 w 12334171"/>
              <a:gd name="connsiteY0" fmla="*/ 0 h 228602"/>
              <a:gd name="connsiteX1" fmla="*/ 12334171 w 12334171"/>
              <a:gd name="connsiteY1" fmla="*/ 6934 h 228602"/>
              <a:gd name="connsiteX2" fmla="*/ 11120627 w 12334171"/>
              <a:gd name="connsiteY2" fmla="*/ 220982 h 228602"/>
              <a:gd name="connsiteX3" fmla="*/ 0 w 12334171"/>
              <a:gd name="connsiteY3" fmla="*/ 228602 h 228602"/>
              <a:gd name="connsiteX4" fmla="*/ 0 w 12334171"/>
              <a:gd name="connsiteY4" fmla="*/ 0 h 228602"/>
              <a:gd name="connsiteX0" fmla="*/ 0 w 12405421"/>
              <a:gd name="connsiteY0" fmla="*/ 1 h 228603"/>
              <a:gd name="connsiteX1" fmla="*/ 12405421 w 12405421"/>
              <a:gd name="connsiteY1" fmla="*/ 0 h 228603"/>
              <a:gd name="connsiteX2" fmla="*/ 11120627 w 12405421"/>
              <a:gd name="connsiteY2" fmla="*/ 220983 h 228603"/>
              <a:gd name="connsiteX3" fmla="*/ 0 w 12405421"/>
              <a:gd name="connsiteY3" fmla="*/ 228603 h 228603"/>
              <a:gd name="connsiteX4" fmla="*/ 0 w 12405421"/>
              <a:gd name="connsiteY4" fmla="*/ 1 h 228603"/>
              <a:gd name="connsiteX0" fmla="*/ 0 w 12405421"/>
              <a:gd name="connsiteY0" fmla="*/ 1 h 228603"/>
              <a:gd name="connsiteX1" fmla="*/ 12405421 w 12405421"/>
              <a:gd name="connsiteY1" fmla="*/ 0 h 228603"/>
              <a:gd name="connsiteX2" fmla="*/ 11049374 w 12405421"/>
              <a:gd name="connsiteY2" fmla="*/ 217516 h 228603"/>
              <a:gd name="connsiteX3" fmla="*/ 0 w 12405421"/>
              <a:gd name="connsiteY3" fmla="*/ 228603 h 228603"/>
              <a:gd name="connsiteX4" fmla="*/ 0 w 12405421"/>
              <a:gd name="connsiteY4" fmla="*/ 1 h 228603"/>
              <a:gd name="connsiteX0" fmla="*/ 0 w 12405421"/>
              <a:gd name="connsiteY0" fmla="*/ 1 h 228603"/>
              <a:gd name="connsiteX1" fmla="*/ 12405421 w 12405421"/>
              <a:gd name="connsiteY1" fmla="*/ 0 h 228603"/>
              <a:gd name="connsiteX2" fmla="*/ 11001875 w 12405421"/>
              <a:gd name="connsiteY2" fmla="*/ 224451 h 228603"/>
              <a:gd name="connsiteX3" fmla="*/ 0 w 12405421"/>
              <a:gd name="connsiteY3" fmla="*/ 228603 h 228603"/>
              <a:gd name="connsiteX4" fmla="*/ 0 w 12405421"/>
              <a:gd name="connsiteY4" fmla="*/ 1 h 228603"/>
              <a:gd name="connsiteX0" fmla="*/ 11400157 w 12405421"/>
              <a:gd name="connsiteY0" fmla="*/ 1 h 228603"/>
              <a:gd name="connsiteX1" fmla="*/ 12405421 w 12405421"/>
              <a:gd name="connsiteY1" fmla="*/ 0 h 228603"/>
              <a:gd name="connsiteX2" fmla="*/ 11001875 w 12405421"/>
              <a:gd name="connsiteY2" fmla="*/ 224451 h 228603"/>
              <a:gd name="connsiteX3" fmla="*/ 0 w 12405421"/>
              <a:gd name="connsiteY3" fmla="*/ 228603 h 228603"/>
              <a:gd name="connsiteX4" fmla="*/ 11400157 w 12405421"/>
              <a:gd name="connsiteY4" fmla="*/ 1 h 228603"/>
              <a:gd name="connsiteX0" fmla="*/ 1092515 w 2097779"/>
              <a:gd name="connsiteY0" fmla="*/ 1 h 232070"/>
              <a:gd name="connsiteX1" fmla="*/ 2097779 w 2097779"/>
              <a:gd name="connsiteY1" fmla="*/ 0 h 232070"/>
              <a:gd name="connsiteX2" fmla="*/ 694233 w 2097779"/>
              <a:gd name="connsiteY2" fmla="*/ 224451 h 232070"/>
              <a:gd name="connsiteX3" fmla="*/ 0 w 2097779"/>
              <a:gd name="connsiteY3" fmla="*/ 232070 h 232070"/>
              <a:gd name="connsiteX4" fmla="*/ 1092515 w 2097779"/>
              <a:gd name="connsiteY4" fmla="*/ 1 h 232070"/>
              <a:gd name="connsiteX0" fmla="*/ 1425021 w 2097779"/>
              <a:gd name="connsiteY0" fmla="*/ 3468 h 232070"/>
              <a:gd name="connsiteX1" fmla="*/ 2097779 w 2097779"/>
              <a:gd name="connsiteY1" fmla="*/ 0 h 232070"/>
              <a:gd name="connsiteX2" fmla="*/ 694233 w 2097779"/>
              <a:gd name="connsiteY2" fmla="*/ 224451 h 232070"/>
              <a:gd name="connsiteX3" fmla="*/ 0 w 2097779"/>
              <a:gd name="connsiteY3" fmla="*/ 232070 h 232070"/>
              <a:gd name="connsiteX4" fmla="*/ 1425021 w 2097779"/>
              <a:gd name="connsiteY4" fmla="*/ 3468 h 232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7779" h="232070">
                <a:moveTo>
                  <a:pt x="1425021" y="3468"/>
                </a:moveTo>
                <a:lnTo>
                  <a:pt x="2097779" y="0"/>
                </a:lnTo>
                <a:lnTo>
                  <a:pt x="694233" y="224451"/>
                </a:lnTo>
                <a:lnTo>
                  <a:pt x="0" y="232070"/>
                </a:lnTo>
                <a:lnTo>
                  <a:pt x="1425021" y="3468"/>
                </a:lnTo>
                <a:close/>
              </a:path>
            </a:pathLst>
          </a:custGeom>
          <a:solidFill>
            <a:srgbClr val="3181E2"/>
          </a:solidFill>
          <a:ln w="762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D85738-BD8C-7F1A-DD96-16C4D15E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8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pos="1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9E5D-677F-D36A-DB4D-A496EA2C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0C43D33-4B2E-FA84-3BE7-DF642AA83755}"/>
              </a:ext>
            </a:extLst>
          </p:cNvPr>
          <p:cNvSpPr/>
          <p:nvPr/>
        </p:nvSpPr>
        <p:spPr>
          <a:xfrm>
            <a:off x="7924800" y="2438400"/>
            <a:ext cx="4876800" cy="48768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6979500-01E5-7555-7EC3-280A261B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20" y="6263640"/>
            <a:ext cx="18227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1200" dirty="0"/>
              <a:t>© 2026 Cognizant</a:t>
            </a:r>
          </a:p>
        </p:txBody>
      </p:sp>
      <p:sp>
        <p:nvSpPr>
          <p:cNvPr id="2" name="Text 3"/>
          <p:cNvSpPr/>
          <p:nvPr/>
        </p:nvSpPr>
        <p:spPr>
          <a:xfrm>
            <a:off x="5029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 Copilot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Story Creator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" y="3511296"/>
            <a:ext cx="3200400" cy="54864"/>
          </a:xfrm>
          <a:prstGeom prst="rect">
            <a:avLst/>
          </a:prstGeom>
          <a:solidFill>
            <a:srgbClr val="06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7"/>
          <p:cNvSpPr/>
          <p:nvPr/>
        </p:nvSpPr>
        <p:spPr>
          <a:xfrm>
            <a:off x="502920" y="358388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2BBE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EPIC to Developer-Ready Stories in Minutes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02920" y="49286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71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00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6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PO Copilot?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0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Copilot  ·  Powered by Claude · Jira · Figma · Confluence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Copilot is an AI agent that converts rough requirements into developer-ready Agile User Stories — fully structured, estimation-ready, and pushed directly to Jira.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560320" cy="1143000"/>
          </a:xfrm>
          <a:prstGeom prst="rect">
            <a:avLst/>
          </a:prstGeom>
          <a:solidFill>
            <a:srgbClr val="000048"/>
          </a:solidFill>
          <a:ln w="12700">
            <a:solidFill>
              <a:srgbClr val="000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generation &amp; AI reasoning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2011680"/>
            <a:ext cx="2560320" cy="1143000"/>
          </a:xfrm>
          <a:prstGeom prst="rect">
            <a:avLst/>
          </a:prstGeom>
          <a:solidFill>
            <a:srgbClr val="2E308E"/>
          </a:solidFill>
          <a:ln w="12700">
            <a:solidFill>
              <a:srgbClr val="2E3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73552" y="20848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73552" y="252374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analysis &amp; story publishing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2011680"/>
            <a:ext cx="2560320" cy="1143000"/>
          </a:xfrm>
          <a:prstGeom prst="rect">
            <a:avLst/>
          </a:prstGeom>
          <a:solidFill>
            <a:srgbClr val="2F78C4"/>
          </a:solidFill>
          <a:ln w="12700">
            <a:solidFill>
              <a:srgbClr val="2F7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9904" y="20848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89904" y="252374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cross-referencing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06256" y="2011680"/>
            <a:ext cx="2560320" cy="1143000"/>
          </a:xfrm>
          <a:prstGeom prst="rect">
            <a:avLst/>
          </a:prstGeom>
          <a:solidFill>
            <a:srgbClr val="06C7CC"/>
          </a:solidFill>
          <a:ln w="12700">
            <a:solidFill>
              <a:srgbClr val="06C7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06256" y="20848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06256" y="252374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/ PRD / doc ingestion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2011680" cy="914400"/>
          </a:xfrm>
          <a:prstGeom prst="rect">
            <a:avLst/>
          </a:prstGeom>
          <a:solidFill>
            <a:srgbClr val="0000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7673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(EPIC / Brief)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399592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0" y="3767328"/>
            <a:ext cx="2011680" cy="914400"/>
          </a:xfrm>
          <a:prstGeom prst="rect">
            <a:avLst/>
          </a:prstGeom>
          <a:solidFill>
            <a:srgbClr val="2E3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0" y="37673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(Jira + Figma + Docs)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99592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3767328"/>
            <a:ext cx="2011680" cy="914400"/>
          </a:xfrm>
          <a:prstGeom prst="rect">
            <a:avLst/>
          </a:prstGeom>
          <a:solidFill>
            <a:srgbClr val="2F78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37673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(Quality Check)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399592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0" y="3767328"/>
            <a:ext cx="2011680" cy="914400"/>
          </a:xfrm>
          <a:prstGeom prst="rect">
            <a:avLst/>
          </a:prstGeom>
          <a:solidFill>
            <a:srgbClr val="06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0" y="37673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Approval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0" y="399592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01200" y="3767328"/>
            <a:ext cx="2011680" cy="914400"/>
          </a:xfrm>
          <a:prstGeom prst="rect">
            <a:avLst/>
          </a:prstGeom>
          <a:solidFill>
            <a:srgbClr val="05A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0" y="37673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Push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(Auto-filed)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 of Operation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5321808"/>
            <a:ext cx="539496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2E3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5376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Epic Stories Mode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" y="574243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Jira EPIC → agent generates a full sprint backlog with story points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36792" y="5321808"/>
            <a:ext cx="5394960" cy="1097280"/>
          </a:xfrm>
          <a:prstGeom prst="rect">
            <a:avLst/>
          </a:prstGeom>
          <a:solidFill>
            <a:srgbClr val="EDFFFE"/>
          </a:solidFill>
          <a:ln w="12700">
            <a:solidFill>
              <a:srgbClr val="06C7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73952" y="5376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Single Story Mode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73952" y="574243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story in plain language → agent clarifies, generates, and pushes one DoR-ready story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00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6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📋  Epic Stories Mode — Generating a Full Sprint Backlog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0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Copilot  ·  Powered by Claude · Jira · Figma · Confluence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00800" y="12618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provide: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664208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Jira EPIC link (required)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92240" y="1984248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Figma design URL (optional)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2304288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Confluence / BRD / PRD URLs (optional)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2624328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instructions, e.g. "focus on mobile"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2980944"/>
            <a:ext cx="5394960" cy="36576"/>
          </a:xfrm>
          <a:prstGeom prst="rect">
            <a:avLst/>
          </a:prstGeom>
          <a:solidFill>
            <a:srgbClr val="92B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0906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does: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4930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Selects target sprint → reads EPIC &amp; all linked docs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92240" y="383133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Reviews existing stories to avoid duplication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416966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Generates story outline → writes full stories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92240" y="45079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Runs Definition of Ready (DoR) gate check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4846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PO reviews: approve all [AA], individual [A] or reject [R]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51846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Approved stories pushed to Jira with story points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5486400"/>
            <a:ext cx="5394960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2E3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92240" y="5504688"/>
            <a:ext cx="5212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Story points estimated via 4-factor Fibonacci rubric: effort × complexity × risk × AC count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B6160BA-2DD5-36BD-4B39-9E18632FA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7" y="1362456"/>
            <a:ext cx="6260777" cy="49924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00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6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✏️  Single Story Mode — One Story from Plain Language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0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Copilot  ·  Powered by Claude · Jira · Figma · Confluence</a:t>
            </a:r>
            <a:endParaRPr lang="en-US" sz="800" dirty="0"/>
          </a:p>
        </p:txBody>
      </p:sp>
      <p:pic>
        <p:nvPicPr>
          <p:cNvPr id="8" name="Image 0" descr="C:\Users\301022\MyClaudeAgentFactory\slide_single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576072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12618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provide: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664208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Story brief in plain language (required)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92240" y="1984248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parent EPIC key or URL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2304288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Figma URL, Confluence / BRD / PRD docs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2624328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raw notes or meeting outputs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2980944"/>
            <a:ext cx="5394960" cy="36576"/>
          </a:xfrm>
          <a:prstGeom prst="rect">
            <a:avLst/>
          </a:prstGeom>
          <a:solidFill>
            <a:srgbClr val="92B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0906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does: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4930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Asks 2–3 targeted clarifying questions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38313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(skipped when brief + Figma + BRD all provided)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92240" y="416966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Writes a structured User Story (As a… I want… So that…)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92240" y="45079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Generates full Acceptance Criteria in Gherkin format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4846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Estimates story points with inline rationale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51846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PO approves → story pushed directly to Jira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5486400"/>
            <a:ext cx="5394960" cy="548640"/>
          </a:xfrm>
          <a:prstGeom prst="rect">
            <a:avLst/>
          </a:prstGeom>
          <a:solidFill>
            <a:srgbClr val="EDFFFE"/>
          </a:solidFill>
          <a:ln w="12700">
            <a:solidFill>
              <a:srgbClr val="06C7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92240" y="5504688"/>
            <a:ext cx="5212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Ideal for one-off stories raised outside a sprint cycle, bug-adjacent work, or ad-hoc requests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6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Benefits &amp; Summary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200400" cy="54864"/>
          </a:xfrm>
          <a:prstGeom prst="rect">
            <a:avLst/>
          </a:prstGeom>
          <a:solidFill>
            <a:srgbClr val="06C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566160" cy="2011680"/>
          </a:xfrm>
          <a:prstGeom prst="rect">
            <a:avLst/>
          </a:prstGeom>
          <a:solidFill>
            <a:srgbClr val="2E308E"/>
          </a:solidFill>
          <a:ln w="12700">
            <a:solidFill>
              <a:srgbClr val="06C7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1874520"/>
            <a:ext cx="3017520" cy="36576"/>
          </a:xfrm>
          <a:prstGeom prst="rect">
            <a:avLst/>
          </a:prstGeom>
          <a:solidFill>
            <a:srgbClr val="3A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sprint backlog from a Jira EPIC in minutes, not days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234440"/>
            <a:ext cx="3566160" cy="2011680"/>
          </a:xfrm>
          <a:prstGeom prst="rect">
            <a:avLst/>
          </a:prstGeom>
          <a:solidFill>
            <a:srgbClr val="2E308E"/>
          </a:solidFill>
          <a:ln w="12700">
            <a:solidFill>
              <a:srgbClr val="06C7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07992" y="1371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Quality Gate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07992" y="1874520"/>
            <a:ext cx="3017520" cy="36576"/>
          </a:xfrm>
          <a:prstGeom prst="rect">
            <a:avLst/>
          </a:prstGeom>
          <a:solidFill>
            <a:srgbClr val="3A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07992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DoR check — no story reaches Jira without meeting standards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234440"/>
            <a:ext cx="3566160" cy="2011680"/>
          </a:xfrm>
          <a:prstGeom prst="rect">
            <a:avLst/>
          </a:prstGeom>
          <a:solidFill>
            <a:srgbClr val="2E308E"/>
          </a:solidFill>
          <a:ln w="12700">
            <a:solidFill>
              <a:srgbClr val="06C7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94192" y="1371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Story Points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394192" y="1874520"/>
            <a:ext cx="3017520" cy="36576"/>
          </a:xfrm>
          <a:prstGeom prst="rect">
            <a:avLst/>
          </a:prstGeom>
          <a:solidFill>
            <a:srgbClr val="3A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94192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estimate with 4-factor rationale: effort × complexity × risk × AC count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3566160" cy="2011680"/>
          </a:xfrm>
          <a:prstGeom prst="rect">
            <a:avLst/>
          </a:prstGeom>
          <a:solidFill>
            <a:srgbClr val="1A1A6A"/>
          </a:solidFill>
          <a:ln w="12700">
            <a:solidFill>
              <a:srgbClr val="06C7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PO Control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160520"/>
            <a:ext cx="3017520" cy="36576"/>
          </a:xfrm>
          <a:prstGeom prst="rect">
            <a:avLst/>
          </a:prstGeom>
          <a:solidFill>
            <a:srgbClr val="3A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4270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pushed to Jira without explicit PO approval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3520440"/>
            <a:ext cx="3566160" cy="2011680"/>
          </a:xfrm>
          <a:prstGeom prst="rect">
            <a:avLst/>
          </a:prstGeom>
          <a:solidFill>
            <a:srgbClr val="1A1A6A"/>
          </a:solidFill>
          <a:ln w="12700">
            <a:solidFill>
              <a:srgbClr val="06C7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07992" y="3657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Deep Context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07992" y="4160520"/>
            <a:ext cx="3017520" cy="36576"/>
          </a:xfrm>
          <a:prstGeom prst="rect">
            <a:avLst/>
          </a:prstGeom>
          <a:solidFill>
            <a:srgbClr val="3A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07992" y="4270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EPIC, Figma, Confluence docs, and prior sprint stories for full context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3520440"/>
            <a:ext cx="3566160" cy="2011680"/>
          </a:xfrm>
          <a:prstGeom prst="rect">
            <a:avLst/>
          </a:prstGeom>
          <a:solidFill>
            <a:srgbClr val="1A1A6A"/>
          </a:solidFill>
          <a:ln w="12700">
            <a:solidFill>
              <a:srgbClr val="06C7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94192" y="3657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Flexible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394192" y="4160520"/>
            <a:ext cx="3017520" cy="36576"/>
          </a:xfrm>
          <a:prstGeom prst="rect">
            <a:avLst/>
          </a:prstGeom>
          <a:solidFill>
            <a:srgbClr val="3A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94192" y="4270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backlog generation or one-off standalone stories — same quality gate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Copilot  ·  Powered by Claude · Jira · Figma · Confluence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572</Words>
  <Application>Microsoft Office PowerPoint</Application>
  <PresentationFormat>Widescreen</PresentationFormat>
  <Paragraphs>87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 Copilot Presentation</dc:title>
  <dc:subject>AI-Powered User Story Creator</dc:subject>
  <dc:creator>PO Copilot</dc:creator>
  <cp:lastModifiedBy>Kadam, Vaibhav (Cognizant)</cp:lastModifiedBy>
  <cp:revision>4</cp:revision>
  <dcterms:created xsi:type="dcterms:W3CDTF">2026-04-22T04:10:26Z</dcterms:created>
  <dcterms:modified xsi:type="dcterms:W3CDTF">2026-04-23T02:09:21Z</dcterms:modified>
</cp:coreProperties>
</file>